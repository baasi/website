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4572000" cy="3419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25" autoAdjust="0"/>
    <p:restoredTop sz="94798"/>
  </p:normalViewPr>
  <p:slideViewPr>
    <p:cSldViewPr snapToGrid="0">
      <p:cViewPr>
        <p:scale>
          <a:sx n="190" d="100"/>
          <a:sy n="190" d="100"/>
        </p:scale>
        <p:origin x="114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559623"/>
            <a:ext cx="3886200" cy="1190484"/>
          </a:xfrm>
        </p:spPr>
        <p:txBody>
          <a:bodyPr anchor="b"/>
          <a:lstStyle>
            <a:lvl1pPr algn="ctr">
              <a:defRPr sz="299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796016"/>
            <a:ext cx="3429000" cy="825581"/>
          </a:xfrm>
        </p:spPr>
        <p:txBody>
          <a:bodyPr/>
          <a:lstStyle>
            <a:lvl1pPr marL="0" indent="0" algn="ctr">
              <a:buNone/>
              <a:defRPr sz="1197"/>
            </a:lvl1pPr>
            <a:lvl2pPr marL="227960" indent="0" algn="ctr">
              <a:buNone/>
              <a:defRPr sz="997"/>
            </a:lvl2pPr>
            <a:lvl3pPr marL="455920" indent="0" algn="ctr">
              <a:buNone/>
              <a:defRPr sz="897"/>
            </a:lvl3pPr>
            <a:lvl4pPr marL="683880" indent="0" algn="ctr">
              <a:buNone/>
              <a:defRPr sz="798"/>
            </a:lvl4pPr>
            <a:lvl5pPr marL="911840" indent="0" algn="ctr">
              <a:buNone/>
              <a:defRPr sz="798"/>
            </a:lvl5pPr>
            <a:lvl6pPr marL="1139800" indent="0" algn="ctr">
              <a:buNone/>
              <a:defRPr sz="798"/>
            </a:lvl6pPr>
            <a:lvl7pPr marL="1367760" indent="0" algn="ctr">
              <a:buNone/>
              <a:defRPr sz="798"/>
            </a:lvl7pPr>
            <a:lvl8pPr marL="1595719" indent="0" algn="ctr">
              <a:buNone/>
              <a:defRPr sz="798"/>
            </a:lvl8pPr>
            <a:lvl9pPr marL="1823679" indent="0" algn="ctr">
              <a:buNone/>
              <a:defRPr sz="79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018F-1DE3-4F48-93FB-7D659B1D1222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B4DA-664C-4626-9652-D266076F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59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018F-1DE3-4F48-93FB-7D659B1D1222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B4DA-664C-4626-9652-D266076F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89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852495"/>
            <a:ext cx="3943350" cy="1422406"/>
          </a:xfrm>
        </p:spPr>
        <p:txBody>
          <a:bodyPr anchor="b"/>
          <a:lstStyle>
            <a:lvl1pPr>
              <a:defRPr sz="299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2288358"/>
            <a:ext cx="3943350" cy="748010"/>
          </a:xfrm>
        </p:spPr>
        <p:txBody>
          <a:bodyPr/>
          <a:lstStyle>
            <a:lvl1pPr marL="0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1pPr>
            <a:lvl2pPr marL="227960" indent="0">
              <a:buNone/>
              <a:defRPr sz="997">
                <a:solidFill>
                  <a:schemeClr val="tx1">
                    <a:tint val="82000"/>
                  </a:schemeClr>
                </a:solidFill>
              </a:defRPr>
            </a:lvl2pPr>
            <a:lvl3pPr marL="455920" indent="0">
              <a:buNone/>
              <a:defRPr sz="897">
                <a:solidFill>
                  <a:schemeClr val="tx1">
                    <a:tint val="82000"/>
                  </a:schemeClr>
                </a:solidFill>
              </a:defRPr>
            </a:lvl3pPr>
            <a:lvl4pPr marL="683880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4pPr>
            <a:lvl5pPr marL="911840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5pPr>
            <a:lvl6pPr marL="1139800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6pPr>
            <a:lvl7pPr marL="1367760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7pPr>
            <a:lvl8pPr marL="1595719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8pPr>
            <a:lvl9pPr marL="1823679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018F-1DE3-4F48-93FB-7D659B1D1222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B4DA-664C-4626-9652-D266076F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20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910277"/>
            <a:ext cx="1943100" cy="216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910277"/>
            <a:ext cx="1943100" cy="216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018F-1DE3-4F48-93FB-7D659B1D1222}" type="datetimeFigureOut">
              <a:rPr lang="en-US" smtClean="0"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B4DA-664C-4626-9652-D266076F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30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182056"/>
            <a:ext cx="3943350" cy="6609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838246"/>
            <a:ext cx="1934170" cy="410812"/>
          </a:xfrm>
        </p:spPr>
        <p:txBody>
          <a:bodyPr anchor="b"/>
          <a:lstStyle>
            <a:lvl1pPr marL="0" indent="0">
              <a:buNone/>
              <a:defRPr sz="1197" b="1"/>
            </a:lvl1pPr>
            <a:lvl2pPr marL="227960" indent="0">
              <a:buNone/>
              <a:defRPr sz="997" b="1"/>
            </a:lvl2pPr>
            <a:lvl3pPr marL="455920" indent="0">
              <a:buNone/>
              <a:defRPr sz="897" b="1"/>
            </a:lvl3pPr>
            <a:lvl4pPr marL="683880" indent="0">
              <a:buNone/>
              <a:defRPr sz="798" b="1"/>
            </a:lvl4pPr>
            <a:lvl5pPr marL="911840" indent="0">
              <a:buNone/>
              <a:defRPr sz="798" b="1"/>
            </a:lvl5pPr>
            <a:lvl6pPr marL="1139800" indent="0">
              <a:buNone/>
              <a:defRPr sz="798" b="1"/>
            </a:lvl6pPr>
            <a:lvl7pPr marL="1367760" indent="0">
              <a:buNone/>
              <a:defRPr sz="798" b="1"/>
            </a:lvl7pPr>
            <a:lvl8pPr marL="1595719" indent="0">
              <a:buNone/>
              <a:defRPr sz="798" b="1"/>
            </a:lvl8pPr>
            <a:lvl9pPr marL="1823679" indent="0">
              <a:buNone/>
              <a:defRPr sz="79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249058"/>
            <a:ext cx="1934170" cy="183717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838246"/>
            <a:ext cx="1943696" cy="410812"/>
          </a:xfrm>
        </p:spPr>
        <p:txBody>
          <a:bodyPr anchor="b"/>
          <a:lstStyle>
            <a:lvl1pPr marL="0" indent="0">
              <a:buNone/>
              <a:defRPr sz="1197" b="1"/>
            </a:lvl1pPr>
            <a:lvl2pPr marL="227960" indent="0">
              <a:buNone/>
              <a:defRPr sz="997" b="1"/>
            </a:lvl2pPr>
            <a:lvl3pPr marL="455920" indent="0">
              <a:buNone/>
              <a:defRPr sz="897" b="1"/>
            </a:lvl3pPr>
            <a:lvl4pPr marL="683880" indent="0">
              <a:buNone/>
              <a:defRPr sz="798" b="1"/>
            </a:lvl4pPr>
            <a:lvl5pPr marL="911840" indent="0">
              <a:buNone/>
              <a:defRPr sz="798" b="1"/>
            </a:lvl5pPr>
            <a:lvl6pPr marL="1139800" indent="0">
              <a:buNone/>
              <a:defRPr sz="798" b="1"/>
            </a:lvl6pPr>
            <a:lvl7pPr marL="1367760" indent="0">
              <a:buNone/>
              <a:defRPr sz="798" b="1"/>
            </a:lvl7pPr>
            <a:lvl8pPr marL="1595719" indent="0">
              <a:buNone/>
              <a:defRPr sz="798" b="1"/>
            </a:lvl8pPr>
            <a:lvl9pPr marL="1823679" indent="0">
              <a:buNone/>
              <a:defRPr sz="79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249058"/>
            <a:ext cx="1943696" cy="183717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018F-1DE3-4F48-93FB-7D659B1D1222}" type="datetimeFigureOut">
              <a:rPr lang="en-US" smtClean="0"/>
              <a:t>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B4DA-664C-4626-9652-D266076F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0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018F-1DE3-4F48-93FB-7D659B1D1222}" type="datetimeFigureOut">
              <a:rPr lang="en-US" smtClean="0"/>
              <a:t>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B4DA-664C-4626-9652-D266076F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3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018F-1DE3-4F48-93FB-7D659B1D1222}" type="datetimeFigureOut">
              <a:rPr lang="en-US" smtClean="0"/>
              <a:t>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B4DA-664C-4626-9652-D266076F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21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27965"/>
            <a:ext cx="1474589" cy="797878"/>
          </a:xfrm>
        </p:spPr>
        <p:txBody>
          <a:bodyPr anchor="b"/>
          <a:lstStyle>
            <a:lvl1pPr>
              <a:defRPr sz="15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492342"/>
            <a:ext cx="2314575" cy="2430044"/>
          </a:xfrm>
        </p:spPr>
        <p:txBody>
          <a:bodyPr/>
          <a:lstStyle>
            <a:lvl1pPr>
              <a:defRPr sz="1596"/>
            </a:lvl1pPr>
            <a:lvl2pPr>
              <a:defRPr sz="1396"/>
            </a:lvl2pPr>
            <a:lvl3pPr>
              <a:defRPr sz="1197"/>
            </a:lvl3pPr>
            <a:lvl4pPr>
              <a:defRPr sz="997"/>
            </a:lvl4pPr>
            <a:lvl5pPr>
              <a:defRPr sz="997"/>
            </a:lvl5pPr>
            <a:lvl6pPr>
              <a:defRPr sz="997"/>
            </a:lvl6pPr>
            <a:lvl7pPr>
              <a:defRPr sz="997"/>
            </a:lvl7pPr>
            <a:lvl8pPr>
              <a:defRPr sz="997"/>
            </a:lvl8pPr>
            <a:lvl9pPr>
              <a:defRPr sz="99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025843"/>
            <a:ext cx="1474589" cy="1900500"/>
          </a:xfrm>
        </p:spPr>
        <p:txBody>
          <a:bodyPr/>
          <a:lstStyle>
            <a:lvl1pPr marL="0" indent="0">
              <a:buNone/>
              <a:defRPr sz="798"/>
            </a:lvl1pPr>
            <a:lvl2pPr marL="227960" indent="0">
              <a:buNone/>
              <a:defRPr sz="698"/>
            </a:lvl2pPr>
            <a:lvl3pPr marL="455920" indent="0">
              <a:buNone/>
              <a:defRPr sz="598"/>
            </a:lvl3pPr>
            <a:lvl4pPr marL="683880" indent="0">
              <a:buNone/>
              <a:defRPr sz="499"/>
            </a:lvl4pPr>
            <a:lvl5pPr marL="911840" indent="0">
              <a:buNone/>
              <a:defRPr sz="499"/>
            </a:lvl5pPr>
            <a:lvl6pPr marL="1139800" indent="0">
              <a:buNone/>
              <a:defRPr sz="499"/>
            </a:lvl6pPr>
            <a:lvl7pPr marL="1367760" indent="0">
              <a:buNone/>
              <a:defRPr sz="499"/>
            </a:lvl7pPr>
            <a:lvl8pPr marL="1595719" indent="0">
              <a:buNone/>
              <a:defRPr sz="499"/>
            </a:lvl8pPr>
            <a:lvl9pPr marL="1823679" indent="0">
              <a:buNone/>
              <a:defRPr sz="49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018F-1DE3-4F48-93FB-7D659B1D1222}" type="datetimeFigureOut">
              <a:rPr lang="en-US" smtClean="0"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B4DA-664C-4626-9652-D266076F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9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27965"/>
            <a:ext cx="1474589" cy="797878"/>
          </a:xfrm>
        </p:spPr>
        <p:txBody>
          <a:bodyPr anchor="b"/>
          <a:lstStyle>
            <a:lvl1pPr>
              <a:defRPr sz="15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492342"/>
            <a:ext cx="2314575" cy="2430044"/>
          </a:xfrm>
        </p:spPr>
        <p:txBody>
          <a:bodyPr anchor="t"/>
          <a:lstStyle>
            <a:lvl1pPr marL="0" indent="0">
              <a:buNone/>
              <a:defRPr sz="1596"/>
            </a:lvl1pPr>
            <a:lvl2pPr marL="227960" indent="0">
              <a:buNone/>
              <a:defRPr sz="1396"/>
            </a:lvl2pPr>
            <a:lvl3pPr marL="455920" indent="0">
              <a:buNone/>
              <a:defRPr sz="1197"/>
            </a:lvl3pPr>
            <a:lvl4pPr marL="683880" indent="0">
              <a:buNone/>
              <a:defRPr sz="997"/>
            </a:lvl4pPr>
            <a:lvl5pPr marL="911840" indent="0">
              <a:buNone/>
              <a:defRPr sz="997"/>
            </a:lvl5pPr>
            <a:lvl6pPr marL="1139800" indent="0">
              <a:buNone/>
              <a:defRPr sz="997"/>
            </a:lvl6pPr>
            <a:lvl7pPr marL="1367760" indent="0">
              <a:buNone/>
              <a:defRPr sz="997"/>
            </a:lvl7pPr>
            <a:lvl8pPr marL="1595719" indent="0">
              <a:buNone/>
              <a:defRPr sz="997"/>
            </a:lvl8pPr>
            <a:lvl9pPr marL="1823679" indent="0">
              <a:buNone/>
              <a:defRPr sz="99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025843"/>
            <a:ext cx="1474589" cy="1900500"/>
          </a:xfrm>
        </p:spPr>
        <p:txBody>
          <a:bodyPr/>
          <a:lstStyle>
            <a:lvl1pPr marL="0" indent="0">
              <a:buNone/>
              <a:defRPr sz="798"/>
            </a:lvl1pPr>
            <a:lvl2pPr marL="227960" indent="0">
              <a:buNone/>
              <a:defRPr sz="698"/>
            </a:lvl2pPr>
            <a:lvl3pPr marL="455920" indent="0">
              <a:buNone/>
              <a:defRPr sz="598"/>
            </a:lvl3pPr>
            <a:lvl4pPr marL="683880" indent="0">
              <a:buNone/>
              <a:defRPr sz="499"/>
            </a:lvl4pPr>
            <a:lvl5pPr marL="911840" indent="0">
              <a:buNone/>
              <a:defRPr sz="499"/>
            </a:lvl5pPr>
            <a:lvl6pPr marL="1139800" indent="0">
              <a:buNone/>
              <a:defRPr sz="499"/>
            </a:lvl6pPr>
            <a:lvl7pPr marL="1367760" indent="0">
              <a:buNone/>
              <a:defRPr sz="499"/>
            </a:lvl7pPr>
            <a:lvl8pPr marL="1595719" indent="0">
              <a:buNone/>
              <a:defRPr sz="499"/>
            </a:lvl8pPr>
            <a:lvl9pPr marL="1823679" indent="0">
              <a:buNone/>
              <a:defRPr sz="49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018F-1DE3-4F48-93FB-7D659B1D1222}" type="datetimeFigureOut">
              <a:rPr lang="en-US" smtClean="0"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B4DA-664C-4626-9652-D266076F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97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018F-1DE3-4F48-93FB-7D659B1D1222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B4DA-664C-4626-9652-D266076F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10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182055"/>
            <a:ext cx="985838" cy="289784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182055"/>
            <a:ext cx="2900363" cy="289784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018F-1DE3-4F48-93FB-7D659B1D1222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B4DA-664C-4626-9652-D266076F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8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82056"/>
            <a:ext cx="3943350" cy="660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910277"/>
            <a:ext cx="3943350" cy="2169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3169348"/>
            <a:ext cx="1028700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FF018F-1DE3-4F48-93FB-7D659B1D1222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3169348"/>
            <a:ext cx="1543050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3169348"/>
            <a:ext cx="1028700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4B4DA-664C-4626-9652-D266076F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07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55920" rtl="0" eaLnBrk="1" latinLnBrk="0" hangingPunct="1">
        <a:lnSpc>
          <a:spcPct val="90000"/>
        </a:lnSpc>
        <a:spcBef>
          <a:spcPct val="0"/>
        </a:spcBef>
        <a:buNone/>
        <a:defRPr sz="21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3980" indent="-113980" algn="l" defTabSz="455920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396" kern="1200">
          <a:solidFill>
            <a:schemeClr val="tx1"/>
          </a:solidFill>
          <a:latin typeface="+mn-lt"/>
          <a:ea typeface="+mn-ea"/>
          <a:cs typeface="+mn-cs"/>
        </a:defRPr>
      </a:lvl1pPr>
      <a:lvl2pPr marL="34194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1197" kern="1200">
          <a:solidFill>
            <a:schemeClr val="tx1"/>
          </a:solidFill>
          <a:latin typeface="+mn-lt"/>
          <a:ea typeface="+mn-ea"/>
          <a:cs typeface="+mn-cs"/>
        </a:defRPr>
      </a:lvl2pPr>
      <a:lvl3pPr marL="56990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997" kern="1200">
          <a:solidFill>
            <a:schemeClr val="tx1"/>
          </a:solidFill>
          <a:latin typeface="+mn-lt"/>
          <a:ea typeface="+mn-ea"/>
          <a:cs typeface="+mn-cs"/>
        </a:defRPr>
      </a:lvl3pPr>
      <a:lvl4pPr marL="79786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4pPr>
      <a:lvl5pPr marL="102582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5pPr>
      <a:lvl6pPr marL="125378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6pPr>
      <a:lvl7pPr marL="1481739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7pPr>
      <a:lvl8pPr marL="1709699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8pPr>
      <a:lvl9pPr marL="1937659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1pPr>
      <a:lvl2pPr marL="22796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2pPr>
      <a:lvl3pPr marL="45592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3pPr>
      <a:lvl4pPr marL="68388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4pPr>
      <a:lvl5pPr marL="91184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5pPr>
      <a:lvl6pPr marL="113980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6pPr>
      <a:lvl7pPr marL="136776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7pPr>
      <a:lvl8pPr marL="1595719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8pPr>
      <a:lvl9pPr marL="1823679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file:////var/folders/rd/0bt6mnm135bglfhp1lf7cdxm0000gn/T/com.microsoft.Word/WebArchiveCopyPasteTempFiles/page22image62774592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52809-8F1E-50D7-B6DE-1104FCE5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4064B9-D39B-981B-B64F-AF032BA96278}"/>
              </a:ext>
            </a:extLst>
          </p:cNvPr>
          <p:cNvSpPr/>
          <p:nvPr/>
        </p:nvSpPr>
        <p:spPr>
          <a:xfrm>
            <a:off x="0" y="-1"/>
            <a:ext cx="4572000" cy="34194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6"/>
          </a:p>
        </p:txBody>
      </p:sp>
      <p:pic>
        <p:nvPicPr>
          <p:cNvPr id="9" name="Picture 8" descr="A collage of x-ray images of a person's chest&#10;&#10;AI-generated content may be incorrect.">
            <a:extLst>
              <a:ext uri="{FF2B5EF4-FFF2-40B4-BE49-F238E27FC236}">
                <a16:creationId xmlns:a16="http://schemas.microsoft.com/office/drawing/2014/main" id="{86EA5FFA-58A4-CA3D-18E5-A9A580BA75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" y="-1"/>
            <a:ext cx="4568878" cy="34194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B56ED1-A545-1F2D-FB6B-677040C9FD35}"/>
              </a:ext>
            </a:extLst>
          </p:cNvPr>
          <p:cNvSpPr txBox="1"/>
          <p:nvPr/>
        </p:nvSpPr>
        <p:spPr>
          <a:xfrm>
            <a:off x="512607" y="1017238"/>
            <a:ext cx="35467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PNEUMONIA       X-RAY CLASSIFICATION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119C3-CC94-0836-2982-8B40331E70FD}"/>
              </a:ext>
            </a:extLst>
          </p:cNvPr>
          <p:cNvSpPr/>
          <p:nvPr/>
        </p:nvSpPr>
        <p:spPr>
          <a:xfrm>
            <a:off x="0" y="0"/>
            <a:ext cx="4572000" cy="341947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7EC548-0BB7-B110-0802-2E82FAF805C5}"/>
              </a:ext>
            </a:extLst>
          </p:cNvPr>
          <p:cNvSpPr/>
          <p:nvPr/>
        </p:nvSpPr>
        <p:spPr>
          <a:xfrm>
            <a:off x="-1" y="1"/>
            <a:ext cx="4572000" cy="3419470"/>
          </a:xfrm>
          <a:prstGeom prst="rect">
            <a:avLst/>
          </a:prstGeom>
          <a:noFill/>
          <a:ln w="698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24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BA240-5669-B178-0927-1A9954678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A151460-57F6-0108-29CA-688F3148BE4C}"/>
              </a:ext>
            </a:extLst>
          </p:cNvPr>
          <p:cNvSpPr/>
          <p:nvPr/>
        </p:nvSpPr>
        <p:spPr>
          <a:xfrm>
            <a:off x="-1" y="0"/>
            <a:ext cx="4571999" cy="34194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6"/>
          </a:p>
        </p:txBody>
      </p:sp>
      <p:pic>
        <p:nvPicPr>
          <p:cNvPr id="1025" name="Imagen 7" descr="page22image62774592">
            <a:extLst>
              <a:ext uri="{FF2B5EF4-FFF2-40B4-BE49-F238E27FC236}">
                <a16:creationId xmlns:a16="http://schemas.microsoft.com/office/drawing/2014/main" id="{F03BBAB0-BBFE-8F70-FD52-5872532CD0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31" b="17360"/>
          <a:stretch>
            <a:fillRect/>
          </a:stretch>
        </p:blipFill>
        <p:spPr bwMode="auto">
          <a:xfrm>
            <a:off x="-2" y="1"/>
            <a:ext cx="4572000" cy="341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761AF9-CDEE-98CB-FF8E-1621F144BCDD}"/>
              </a:ext>
            </a:extLst>
          </p:cNvPr>
          <p:cNvSpPr txBox="1"/>
          <p:nvPr/>
        </p:nvSpPr>
        <p:spPr>
          <a:xfrm>
            <a:off x="215025" y="801794"/>
            <a:ext cx="41419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NUCLEAR MEDICINE DEPARTMENT DEVELOPMENT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9DD414B-CB20-0669-2087-85DF33859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95818" y="517784"/>
            <a:ext cx="138180" cy="276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390" tIns="34194" rIns="68390" bIns="3419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4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DB61A1-9AE1-E144-E544-9E596F72C59A}"/>
              </a:ext>
            </a:extLst>
          </p:cNvPr>
          <p:cNvSpPr/>
          <p:nvPr/>
        </p:nvSpPr>
        <p:spPr>
          <a:xfrm>
            <a:off x="0" y="0"/>
            <a:ext cx="4572000" cy="34194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48C01A-EAF8-A195-E723-F854620A27EA}"/>
              </a:ext>
            </a:extLst>
          </p:cNvPr>
          <p:cNvSpPr/>
          <p:nvPr/>
        </p:nvSpPr>
        <p:spPr>
          <a:xfrm>
            <a:off x="-1" y="1"/>
            <a:ext cx="4572000" cy="3419470"/>
          </a:xfrm>
          <a:prstGeom prst="rect">
            <a:avLst/>
          </a:prstGeom>
          <a:noFill/>
          <a:ln w="698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936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DED7A-EAAC-F1C4-F113-914466DF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3A0171-03FB-542C-44A8-B0451B591326}"/>
              </a:ext>
            </a:extLst>
          </p:cNvPr>
          <p:cNvSpPr/>
          <p:nvPr/>
        </p:nvSpPr>
        <p:spPr>
          <a:xfrm>
            <a:off x="0" y="0"/>
            <a:ext cx="4572000" cy="34194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6"/>
          </a:p>
        </p:txBody>
      </p:sp>
      <p:pic>
        <p:nvPicPr>
          <p:cNvPr id="5" name="Picture 4" descr="A blue circular object with a grid and a chart&#10;&#10;AI-generated content may be incorrect.">
            <a:extLst>
              <a:ext uri="{FF2B5EF4-FFF2-40B4-BE49-F238E27FC236}">
                <a16:creationId xmlns:a16="http://schemas.microsoft.com/office/drawing/2014/main" id="{CD1876F6-9EAC-372D-9635-986DA7FAD3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1" t="7860" r="23077" b="19023"/>
          <a:stretch/>
        </p:blipFill>
        <p:spPr>
          <a:xfrm>
            <a:off x="0" y="0"/>
            <a:ext cx="4572000" cy="34194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F25102-E1CB-0569-9F9E-7AC312A0BCBC}"/>
              </a:ext>
            </a:extLst>
          </p:cNvPr>
          <p:cNvSpPr txBox="1"/>
          <p:nvPr/>
        </p:nvSpPr>
        <p:spPr>
          <a:xfrm>
            <a:off x="530053" y="586350"/>
            <a:ext cx="35118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ANALYSIS OF RISK OF WEAR OF HIP IMPLANTS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ARTICLE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AFF3A6-6849-FCAE-7E12-770B2C5B683B}"/>
              </a:ext>
            </a:extLst>
          </p:cNvPr>
          <p:cNvSpPr/>
          <p:nvPr/>
        </p:nvSpPr>
        <p:spPr>
          <a:xfrm>
            <a:off x="0" y="0"/>
            <a:ext cx="4572000" cy="34194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931A75-7475-17B2-C5C6-3DA65F960232}"/>
              </a:ext>
            </a:extLst>
          </p:cNvPr>
          <p:cNvSpPr/>
          <p:nvPr/>
        </p:nvSpPr>
        <p:spPr>
          <a:xfrm>
            <a:off x="-1" y="1"/>
            <a:ext cx="4572000" cy="3419470"/>
          </a:xfrm>
          <a:prstGeom prst="rect">
            <a:avLst/>
          </a:prstGeom>
          <a:noFill/>
          <a:ln w="698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169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1510F-B040-2B31-822B-34340A6F3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42213F-E9F1-111B-D843-F42393641922}"/>
              </a:ext>
            </a:extLst>
          </p:cNvPr>
          <p:cNvSpPr/>
          <p:nvPr/>
        </p:nvSpPr>
        <p:spPr>
          <a:xfrm>
            <a:off x="0" y="0"/>
            <a:ext cx="4572000" cy="34194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6"/>
          </a:p>
        </p:txBody>
      </p:sp>
      <p:pic>
        <p:nvPicPr>
          <p:cNvPr id="7" name="Picture 6" descr="A drawing of an object&#10;&#10;AI-generated content may be incorrect.">
            <a:extLst>
              <a:ext uri="{FF2B5EF4-FFF2-40B4-BE49-F238E27FC236}">
                <a16:creationId xmlns:a16="http://schemas.microsoft.com/office/drawing/2014/main" id="{6DDDB473-93D6-D6C5-75FD-27648E075A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14"/>
          <a:stretch/>
        </p:blipFill>
        <p:spPr>
          <a:xfrm>
            <a:off x="1" y="0"/>
            <a:ext cx="4572000" cy="34194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16AD57-F6BD-A6D0-500A-BFB2907B7ECA}"/>
              </a:ext>
            </a:extLst>
          </p:cNvPr>
          <p:cNvSpPr txBox="1"/>
          <p:nvPr/>
        </p:nvSpPr>
        <p:spPr>
          <a:xfrm>
            <a:off x="530053" y="586350"/>
            <a:ext cx="35118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DESIGN OF SURGICAL STAPLER FOR ANATOMOSIS SURGERY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32180E-C89B-524E-25B0-7B87DB071423}"/>
              </a:ext>
            </a:extLst>
          </p:cNvPr>
          <p:cNvSpPr/>
          <p:nvPr/>
        </p:nvSpPr>
        <p:spPr>
          <a:xfrm>
            <a:off x="0" y="0"/>
            <a:ext cx="4572000" cy="34194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9FCC9C-F97A-EBD4-94D6-7A611CB5932F}"/>
              </a:ext>
            </a:extLst>
          </p:cNvPr>
          <p:cNvSpPr/>
          <p:nvPr/>
        </p:nvSpPr>
        <p:spPr>
          <a:xfrm>
            <a:off x="-1" y="1"/>
            <a:ext cx="4572000" cy="3419470"/>
          </a:xfrm>
          <a:prstGeom prst="rect">
            <a:avLst/>
          </a:prstGeom>
          <a:noFill/>
          <a:ln w="698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976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C392E-A26C-F1E6-A358-891CDEE73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D606E5-B84C-BB4C-5F68-0EBFB2619B7F}"/>
              </a:ext>
            </a:extLst>
          </p:cNvPr>
          <p:cNvSpPr/>
          <p:nvPr/>
        </p:nvSpPr>
        <p:spPr>
          <a:xfrm>
            <a:off x="0" y="0"/>
            <a:ext cx="4572000" cy="34194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6"/>
          </a:p>
        </p:txBody>
      </p:sp>
      <p:pic>
        <p:nvPicPr>
          <p:cNvPr id="6146" name="Picture 2" descr="Listening to the music you love will make your brain release more dopamine,  study finds">
            <a:extLst>
              <a:ext uri="{FF2B5EF4-FFF2-40B4-BE49-F238E27FC236}">
                <a16:creationId xmlns:a16="http://schemas.microsoft.com/office/drawing/2014/main" id="{911D0904-CFD9-2EA2-0E1B-9A05DC7CF5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" r="6899"/>
          <a:stretch/>
        </p:blipFill>
        <p:spPr bwMode="auto">
          <a:xfrm>
            <a:off x="0" y="0"/>
            <a:ext cx="4572000" cy="344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091DF8-19AD-81FC-2EF1-92B0C6459DA5}"/>
              </a:ext>
            </a:extLst>
          </p:cNvPr>
          <p:cNvSpPr txBox="1"/>
          <p:nvPr/>
        </p:nvSpPr>
        <p:spPr>
          <a:xfrm>
            <a:off x="530053" y="586350"/>
            <a:ext cx="35118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MODELING DOPAMINE CIRCUITRY IN LEARNING AND ADHD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95BD6-DF17-1958-2EEA-95BD218DD164}"/>
              </a:ext>
            </a:extLst>
          </p:cNvPr>
          <p:cNvSpPr/>
          <p:nvPr/>
        </p:nvSpPr>
        <p:spPr>
          <a:xfrm>
            <a:off x="-1" y="1"/>
            <a:ext cx="4572000" cy="3419470"/>
          </a:xfrm>
          <a:prstGeom prst="rect">
            <a:avLst/>
          </a:prstGeom>
          <a:noFill/>
          <a:ln w="698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112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D2BE9-D18C-692C-3941-BC5C6596D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27DA7A-8867-07FD-049E-21E85B52388B}"/>
              </a:ext>
            </a:extLst>
          </p:cNvPr>
          <p:cNvSpPr/>
          <p:nvPr/>
        </p:nvSpPr>
        <p:spPr>
          <a:xfrm>
            <a:off x="0" y="0"/>
            <a:ext cx="4572000" cy="34194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6"/>
          </a:p>
        </p:txBody>
      </p:sp>
      <p:pic>
        <p:nvPicPr>
          <p:cNvPr id="3" name="Picture 5" descr="page50image1664144">
            <a:extLst>
              <a:ext uri="{FF2B5EF4-FFF2-40B4-BE49-F238E27FC236}">
                <a16:creationId xmlns:a16="http://schemas.microsoft.com/office/drawing/2014/main" id="{03A0ADD6-FA3A-25CE-5935-ED79FA677A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 b="23855"/>
          <a:stretch/>
        </p:blipFill>
        <p:spPr bwMode="auto">
          <a:xfrm>
            <a:off x="0" y="0"/>
            <a:ext cx="4571999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58C90A-794D-A8F0-E671-1BFC901B7DFC}"/>
              </a:ext>
            </a:extLst>
          </p:cNvPr>
          <p:cNvSpPr txBox="1"/>
          <p:nvPr/>
        </p:nvSpPr>
        <p:spPr>
          <a:xfrm>
            <a:off x="355792" y="801794"/>
            <a:ext cx="38604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MODEL 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FOR PREDICTING INFECTION IN HIP ARTHROPLASTY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BA30B0-9E29-88B9-2538-C99CFAE64128}"/>
              </a:ext>
            </a:extLst>
          </p:cNvPr>
          <p:cNvSpPr/>
          <p:nvPr/>
        </p:nvSpPr>
        <p:spPr>
          <a:xfrm>
            <a:off x="-1" y="1"/>
            <a:ext cx="4572000" cy="3419470"/>
          </a:xfrm>
          <a:prstGeom prst="rect">
            <a:avLst/>
          </a:prstGeom>
          <a:noFill/>
          <a:ln w="698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44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12423</TotalTime>
  <Words>37</Words>
  <Application>Microsoft Macintosh PowerPoint</Application>
  <PresentationFormat>Custom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de la Torre Mosquera</dc:creator>
  <cp:lastModifiedBy>Juan De La Torre Mosquera</cp:lastModifiedBy>
  <cp:revision>5</cp:revision>
  <dcterms:created xsi:type="dcterms:W3CDTF">2025-02-13T05:27:55Z</dcterms:created>
  <dcterms:modified xsi:type="dcterms:W3CDTF">2025-02-21T20:33:14Z</dcterms:modified>
</cp:coreProperties>
</file>